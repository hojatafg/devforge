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457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Moderne webutvikling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din bedrift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bygger nettsider som ser bra ut, fungerer feilfritt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 gir resultater – fra enkle landingssider til avanserte webapplikasjoner.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92608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Book gratis konsultasjon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MEG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 er DevForge?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Hei! Jeg er en norsk webutvikler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over 5 års erfaring innen webutvikling. Jeg hjelper bedrifter med å skape en digital tilstedeværelse som skiller seg ut.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filosofi er enkel: tett samarbeid, tydelig kommunikasjon, og et sluttresultat som overgår forventningene.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26480" y="1554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Fullførte prosjekter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3657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2648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Fornøyde kunder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383280"/>
            <a:ext cx="3657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3832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3383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Års erfaring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TJENESTER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Hva kan du kontakte meg for?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Nettsider &amp; Landingssider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Moderne, responsive nettsider bygget med de nyeste teknologiene.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5087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50876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Nettbutikker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E-handelsløsninger med betaling, lagerstyring og ordrehåndtering.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035040" y="150876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Webapplikasjoner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Avanserte løsninger med databaser, brukeradmin og sanntidsdata.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42900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42900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118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Ytelse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Optimalisering for søkemotorer og lynraske lastetider.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342900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19"/>
          <p:cNvSpPr/>
          <p:nvPr/>
        </p:nvSpPr>
        <p:spPr>
          <a:xfrm>
            <a:off x="3337560" y="342900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6118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044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Responsivt &amp; Tilgjengelig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2044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Fungerer på alle enheter – desktop, nettbrett og mobil.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3429000"/>
            <a:ext cx="2468880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3"/>
          <p:cNvSpPr/>
          <p:nvPr/>
        </p:nvSpPr>
        <p:spPr>
          <a:xfrm>
            <a:off x="6035040" y="3429000"/>
            <a:ext cx="54864" cy="17373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6118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1792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Vedlikehold &amp; Support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1792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Løpende oppdateringer, sikkerhet og teknisk support.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27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Slik jobber jeg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691640"/>
            <a:ext cx="228600" cy="228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33172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Kartlegging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blir kjent med dine behov, mål og budsjett. Du får en tydelig plan og fastpris.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55448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9164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88920" y="233172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0"/>
          <p:cNvSpPr/>
          <p:nvPr/>
        </p:nvSpPr>
        <p:spPr>
          <a:xfrm>
            <a:off x="292608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26080" y="2880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lager designskisser og en teknisk plan. Du gir tilbakemelding underveis.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155448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3"/>
          <p:cNvSpPr/>
          <p:nvPr/>
        </p:nvSpPr>
        <p:spPr>
          <a:xfrm>
            <a:off x="5577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691640"/>
            <a:ext cx="22860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937760" y="233172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5"/>
          <p:cNvSpPr/>
          <p:nvPr/>
        </p:nvSpPr>
        <p:spPr>
          <a:xfrm>
            <a:off x="507492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Utvikling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74920" y="2880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bygger nettsiden. Du får løpende oppdateringer og en demo å følge med på.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726680" y="155448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18"/>
          <p:cNvSpPr/>
          <p:nvPr/>
        </p:nvSpPr>
        <p:spPr>
          <a:xfrm>
            <a:off x="7726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086600" y="2331720"/>
            <a:ext cx="182880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Lansering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223760" y="28803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Nettsiden settes i produksjon. Jeg følger opp og sørger for at alt fungerer.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3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Enkle og forutsigbare priser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468880" cy="2971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Kickstart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engangspris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103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side (one-pager)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Responsivt design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Grunnleggende SEO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Kontaktskjema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runde revisjoner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508760"/>
            <a:ext cx="2468880" cy="2971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50876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581912"/>
            <a:ext cx="1188720" cy="2286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8191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MEST POPULÆR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661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514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engangspris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2788920"/>
            <a:ext cx="2103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Opptil 5 sider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Responsivt + SEO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(enkelt å oppdatere)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Kontaktskjema &amp; Maps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runder revisjoner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mnd gratis hosting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468880" cy="2971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828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 </a:t>
            </a:r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5146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pris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788920"/>
            <a:ext cx="210312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Ubegrenset antall sider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Tilpasset funksjonalitet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Avansert SEO &amp; ytelse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brukeradmin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Betaling &amp; e-handel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mnd gratis hosting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8288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oss snakkes!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du et prosjekt i tankene?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en gratis og uforpliktende konsultasjon.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0" cy="6400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71600" y="2624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hei@devforge.no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5029200" cy="6400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371600" y="3401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+47 000 00 000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029200" cy="6400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Lokasjon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371600" y="4178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Oslo, Norge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2331720"/>
            <a:ext cx="2286000" cy="164592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217920" y="23317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Book gratis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konsultasjon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Jeg svarer vanligvis innen 24 timer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" y="4736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DevForge — Moderne webutvikling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858000" y="47365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www.devforge.no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503920" y="4736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DevForge – Moderne webutvikling</dc:title>
  <dc:subject>PptxGenJS Presentation</dc:subject>
  <dc:creator>DevForge</dc:creator>
  <cp:lastModifiedBy>DevForge</cp:lastModifiedBy>
  <cp:revision>1</cp:revision>
  <dcterms:created xsi:type="dcterms:W3CDTF">2026-06-10T22:46:33Z</dcterms:created>
  <dcterms:modified xsi:type="dcterms:W3CDTF">2026-06-10T22:46:33Z</dcterms:modified>
</cp:coreProperties>
</file>